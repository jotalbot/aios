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AIOS v19.0.0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Self-Evolving Enterprise AI</a:t>
            </a:r>
          </a:p>
          <a:p>
            <a:r>
              <a:t>The Skynet Epoch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Проблема: Статичный 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Современные фреймворки ИИ ломаются при сбоях API.</a:t>
            </a:r>
          </a:p>
          <a:p>
            <a:r>
              <a:t>• ИИ-агенты забывают контекст после сессии (отсутствие долгосрочной памяти).</a:t>
            </a:r>
          </a:p>
          <a:p>
            <a:r>
              <a:t>• Кодовая база требует постоянной поддержки людьми.</a:t>
            </a:r>
          </a:p>
          <a:p>
            <a:r>
              <a:t>• Интеграции и платформы устаревают каждый день.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Решение: AIOS v19.0.0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Мультиагентный рой: Архитектор, Страж, Мета-Кодер.</a:t>
            </a:r>
          </a:p>
          <a:p>
            <a:r>
              <a:t>• Deep RAG Memory (ChromaDB) — агенты помнят весь прошлый опыт.</a:t>
            </a:r>
          </a:p>
          <a:p>
            <a:r>
              <a:t>• Model Context Protocol (MCP) — глаза (Browser) и руки (Telegram, Android ADB).</a:t>
            </a:r>
          </a:p>
          <a:p>
            <a:r>
              <a:t>• 7-этапная Конституционная Безопасность.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Инновация: Meta-Cognitive Auto-Healing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Движок способен читать свой собственный код (AST Parsing).</a:t>
            </a:r>
          </a:p>
          <a:p>
            <a:r>
              <a:t>• При обнаружении критической ошибки (Crash), ИИ сам пишет патч.</a:t>
            </a:r>
          </a:p>
          <a:p>
            <a:r>
              <a:t>• Автономно коммитит исправления в GitHub.</a:t>
            </a:r>
          </a:p>
          <a:p>
            <a:r>
              <a:t>• Генерирует новые навыки (Zero-to-One) под запросы бизнеса.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Архитектурное Слияние (Octopus 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240+ Встроенных Навыков.</a:t>
            </a:r>
          </a:p>
          <a:p>
            <a:r>
              <a:t>• P2P FastAPI децентрализация узлов.</a:t>
            </a:r>
          </a:p>
          <a:p>
            <a:r>
              <a:t>• Operator Matrix (WebSocket Дашборд + Next.js UI).</a:t>
            </a:r>
          </a:p>
          <a:p>
            <a:r>
              <a:t>• Мониторинг метрик роя в Grafana и Prometheus.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AIOS: Готов к коммерческой эксплуатации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Commercial RPA Pipelines: автоматический парсинг лидов и отправка в Телеграм.</a:t>
            </a:r>
          </a:p>
          <a:p>
            <a:r>
              <a:t>• Готовый Docker Swarm стек (deploy_swarm.sh).</a:t>
            </a:r>
          </a:p>
          <a:p/>
          <a:p>
            <a:r>
              <a:t>Будущее наступило сегодня.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